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· ECOMMERCE DISPOSITIVOS DE PAGO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oportunidades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conversión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 – Mar 2026  ·  273,820 registros  ·  3 dispositivos  ·  7 productos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15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ANALIZADO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meses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874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 – Mar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115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ANALIZADOS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64992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64992" y="1874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Excl. (other), (not set), Accesorios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1115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SELECCIONADOS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99632" y="1371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99632" y="1874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oportunidad de mejora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64008" cy="219456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análisis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detectó una disminución en la tasa de conversión (CVR) en los últimos meses.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cubre 9 meses de datos de comportamiento en el funnel de compra: cuántos usuarios vieron cada producto, cuántos iniciaron la compra y cuántos finalmente pagaron, desglosado por dispositivo y fecha.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cómo se calcularon los CVRs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57276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CheckedOut ÷ Viewed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convincente es la página del producto. Si cae, el problema está en la intención.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Checkout→Compra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57276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÷ CheckedOut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qué tan fluido es el proceso de pago. Si cae, el problema es fricción transaccional.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60120"/>
            <a:ext cx="2651760" cy="73152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097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Total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572768"/>
            <a:ext cx="2331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÷ Viewed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general de salud del producto. Producto de las dos tasas anteriores.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solidFill>
            <a:srgbClr val="FFF3CD"/>
          </a:solidFill>
          <a:ln w="635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53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metodológica: los CVRs se calculan sumando totales primero (Viewed, CheckedOut, Purchased) y dividiendo después — no promediando tasas fila por fila.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los 3 productos prioritarios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  <a:gridCol w="128016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 H2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 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Vistas Q1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 P5 y accesorios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Excluido (vol. bajo)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Seleccionado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Seleccionado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4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5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Seleccionado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D9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Mejorando*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Producto 1 presenta anomalía en desktop (CVR Vista→Checkout del 342%). Requiere corrección de tracking.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3  ·  Top funnel  ·  −56% CVR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ROMPE EL FUNNEL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 en mobile cayó de 5.1% (H2 2025) a 3.0% (Q1 2026). El CVR Checkout→Compra se mantuvo estable. Las vistas se multiplicaron x6 en febrero.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PROBLEMA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(top funnel). El usuario llega a la página pero no se convence de iniciar la compra.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con segmentación amplia envía tráfico móvil sin perfil B2B desde feb 2026. El producto no cambió — cambió quién llega.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PROPUESTA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mobile: variante con widget de calificación previo al botón de compra.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CVR Vista→Checkout en mobile.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Q1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28032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+1,300% vs promedio H2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1965960" cy="146304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687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663440" y="4343400"/>
            <a:ext cx="411480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si se recupera: +5,824 compras adicionales por trimestre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4  ·  Bottom funnel  ·  −19% CVR  ·  El más urgente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ROMPE EL FUNNEL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 en mobile mejoró +14% — el usuario tiene intención. Pero CVR Checkout→Compra cayó −28%. La caída es gradual desde sep 2025.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PROBLEMA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Fricción (bottom funnel). El usuario ya decidió comprar e inicia el pago, pero algo dentro del flujo lo detiene.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 EL MÁS URGENTE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adquisición del usuario ya fue pagado. Perderlo en el último paso es el escenario más costoso posible.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PROPUESTA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checkout mobile + Test A/B con Apple Pay / Google Pay como opción prominente.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CVR Checkout→Compra en mobile.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Q1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28032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gradual desde sep 2025 — problema estructural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Checkout→Compra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1965960" cy="146304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Checkout→Compra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687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663440" y="4343400"/>
            <a:ext cx="411480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si se recupera: +659 compras adicionales por trimestre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5  ·  Top funnel  ·  −65% CVR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SEÑAL CLAVE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vistas pasaron de 14K (ene 2026) a 383K (feb 2026) — 27 veces en un mes. El ratio Sesiones:Vistas subió de 13% a 87%.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ROMPE EL FUNNEL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 en mobile colapsó −73%. El CVR Checkout→Compra se mantuvo estable: no es problema de pago.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con landing page directa lanzada en feb 2026. Tráfico masivo sin perfil B2B. El mensaje no filtra al comprador correcto.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7856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PROPUESTA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campaña a audiencias B2B. Test A/B: mensaje orientado al problema del negocio vs. mensaje orientado al producto.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de tráfico — Feb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8032" y="1280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828032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un solo mes (14K → 383K)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9659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BEB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1965960" cy="1463040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Vista→Checkout</a:t>
            </a:r>
            <a:endParaRPr lang="en-US" sz="900" dirty="0"/>
          </a:p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6872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663440" y="4343400"/>
            <a:ext cx="4114800" cy="502920"/>
          </a:xfrm>
          <a:prstGeom prst="rect">
            <a:avLst/>
          </a:prstGeom>
          <a:solidFill>
            <a:srgbClr val="E8F5E9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si se recupera: +927 compras adicionales por trimestre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de conversión en Q1 2026 no es general ni aleatoria — está concentrada en productos específicos con causas distintas.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51760" cy="34290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1762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Tráfico sin intención de compra desde feb 2026. CVR Vista→Checkout cayó −41% en mobile.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3063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3264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A/B con widget de calificación en landing mobile.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+5,824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51760" cy="34290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417320"/>
            <a:ext cx="2651760" cy="640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64992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funnel · MÁS URGENTE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64992" y="21762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tiene intención pero no completa el pago. CVR Checkout→Compra cayó −28%.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3063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3264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 / Google Pay en checkout mobile.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64992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64992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+659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035040" y="1417320"/>
            <a:ext cx="2651760" cy="3429000"/>
          </a:xfrm>
          <a:prstGeom prst="rect">
            <a:avLst/>
          </a:prstGeom>
          <a:solidFill>
            <a:srgbClr val="1E2A3A"/>
          </a:solidFill>
          <a:ln w="6350">
            <a:solidFill>
              <a:srgbClr val="2A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1417320"/>
            <a:ext cx="2651760" cy="6400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554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9632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funnel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21762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de tráfico ×27 en feb 2026 sin compras proporcionales. CVR Vista→Checkout cayó −73%.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306324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9632" y="3264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campaña a perfiles B2B.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9632" y="3794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est.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99632" y="3977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+927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basado en 273,820 observaciones · Jul 2025 – Mar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CRO — Ecommerce Dispositivos de Pago</dc:title>
  <dc:subject>PptxGenJS Presentation</dc:subject>
  <dc:creator>PptxGenJS</dc:creator>
  <cp:lastModifiedBy>PptxGenJS</cp:lastModifiedBy>
  <cp:revision>1</cp:revision>
  <dcterms:created xsi:type="dcterms:W3CDTF">2026-03-25T13:15:12Z</dcterms:created>
  <dcterms:modified xsi:type="dcterms:W3CDTF">2026-03-25T13:15:12Z</dcterms:modified>
</cp:coreProperties>
</file>